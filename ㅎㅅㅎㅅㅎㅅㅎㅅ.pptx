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0" r:id="rId1"/>
  </p:sldMasterIdLst>
  <p:sldIdLst>
    <p:sldId id="256" r:id="rId2"/>
    <p:sldId id="258" r:id="rId3"/>
    <p:sldId id="259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BAFC3-371B-07E5-5692-24D3A8D73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D10B3A-9170-7B90-A7C3-AFD458C09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6F1FD-3881-F4E8-57E9-8599DB7F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F9CC2-4B77-FE0E-C206-F3441174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0ED0F9-753B-BA9F-FF84-50A9B296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4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121AD-8422-4C57-F988-6E13A05D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DD7967-3050-80E6-75A0-EB6715AE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EB63E-0401-57F5-7FE8-966BD6E9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39FB9-05D6-E983-2335-DDBACEEC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1E0A5C-7EBE-C4CC-93F5-E4371BD6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35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3BCF7-3A77-CE31-780E-1A4E59CF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82F3D4-43B5-F3F6-F1DD-A2F8A858C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85E3C8-51B8-55B7-4935-5DB1E7B8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DD37D-F244-358E-E0E9-4A526B23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47601A-E3D8-019E-03D7-D9D30C7F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80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112A4-6D21-F21C-886E-BCFD6817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CEADA-78E6-F56B-8C8E-DF14BE3C9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8717E1-7D3F-C7EE-DB0C-08910BD5F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12D07E-B7D5-149A-CED8-19EE6EFD0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30913A-B187-EF3A-CB4B-6CBCD77C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ECE96F-730A-5945-3A7F-7051F881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4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3B56D-AADD-8070-90B9-24EA2E2F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F4BAFC-ACA5-B7E5-1B2A-C16007B74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55B36C-2FB3-4A88-059F-0426E9A8B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E03179-3B29-2294-104C-A7F76F2EA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8FBA6A-AEDC-42F0-E401-CBB660FD3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0B8A89-9965-341E-01C2-214F16CE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17E1DE-75F6-8D41-5945-FC0B535A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21266E-423E-BFBD-89D1-1B4612A9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36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F2CC3-FDD0-C07A-1EB0-2743B9AF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9A9392-CE91-0331-3E81-E447D1AB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560782-5277-0062-F8BF-D71B7E63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FEF7FD-7C75-F903-0065-8F9FCBA6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22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A0B23E-D8FF-13B7-5239-A7111F03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C7666F-3E0F-3820-9729-1060C927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61D942-82CA-7EB0-E730-DB851011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84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02CF4-76F3-DF25-559B-D7362B02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16B36-6B49-CF75-9125-1BBF06943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532898-A5C1-6CAB-61EE-A1969923C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4D48A3-C111-5297-37A5-FA8ACF34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828B0F-70C9-2F69-C951-0311DC08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BA00B0-5799-95B4-A983-319C9B3D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122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3964E-FF85-7DA0-8FCB-5F15BA04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E7BFB4-2F58-661F-A5DE-2291966FE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F4C3B-A363-6BF9-C7D7-BA0793079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5622DC-73E1-1483-E770-D2054177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52F98-644B-4A0A-86D2-E5109A00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9C121D-476B-271D-0527-6CA348D2E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502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94FC7-9283-A249-F5CA-DCE1A561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8D42DE-0452-480A-C5A7-EE0AE0073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1AC94-8D2A-4562-035E-058B0A5F9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29172A-3DED-5F7D-1401-4CBA2908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2FFF94-6BFE-7A16-8584-3E82A008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4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E53970-5B5A-5E8E-87BA-01A6CA737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B2DEA8-0A7B-1367-DA97-A97E74355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7D9CE1-591D-48A9-13B3-BC7800C0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0836CD-A663-F4FD-F82F-EC060548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545583-51FE-310B-0133-599DB7C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46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5040ED-AA07-6FAC-9828-C2CE04A5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5F3067-366B-F055-3068-1056175EF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DBC01-4242-6823-E617-3F42B409F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867569-85C4-3436-830A-56F10D875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3453A-2AB3-10B2-57E7-8CD38B2B1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12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D192-3117-35BA-D714-74625B10E7D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dirty="0"/>
              <a:t>기획력 </a:t>
            </a:r>
            <a:r>
              <a:rPr lang="en-US" altLang="ko-KR" sz="2000" dirty="0"/>
              <a:t>+ </a:t>
            </a:r>
            <a:r>
              <a:rPr lang="ko-KR" altLang="en-US" sz="2000" dirty="0"/>
              <a:t>실무 감각 </a:t>
            </a:r>
            <a:r>
              <a:rPr lang="en-US" altLang="ko-KR" sz="2000" dirty="0"/>
              <a:t>+ </a:t>
            </a:r>
            <a:r>
              <a:rPr lang="ko-KR" altLang="en-US" sz="2000" dirty="0" err="1"/>
              <a:t>협업력</a:t>
            </a:r>
            <a:r>
              <a:rPr lang="ko-KR" altLang="en-US" sz="2000" dirty="0"/>
              <a:t> 성장 프로젝트</a:t>
            </a:r>
            <a:endParaRPr lang="en-US" altLang="ko-KR" sz="2000" b="1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6000" b="1" dirty="0"/>
              <a:t>가상 용역 수주 프로젝트</a:t>
            </a:r>
            <a:endParaRPr lang="en-US" altLang="ko-KR" sz="6000" b="1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5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ko-KR" sz="2000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Team1</a:t>
            </a: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수원시 홈페이지 메인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3600" b="1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팀원 서형석</a:t>
            </a:r>
            <a:endParaRPr lang="en-US" altLang="ko-KR" sz="36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dirty="0" err="1">
                <a:solidFill>
                  <a:srgbClr val="000000"/>
                </a:solidFill>
                <a:latin typeface="함초롬바탕" panose="02030604000101010101" pitchFamily="18" charset="-127"/>
              </a:rPr>
              <a:t>팀총괄</a:t>
            </a: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dirty="0" err="1">
                <a:solidFill>
                  <a:srgbClr val="000000"/>
                </a:solidFill>
                <a:latin typeface="함초롬바탕" panose="02030604000101010101" pitchFamily="18" charset="-127"/>
              </a:rPr>
              <a:t>새빛정책</a:t>
            </a:r>
            <a:r>
              <a:rPr lang="ko-KR" altLang="en-US" sz="2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 밑 사진</a:t>
            </a: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2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3A2B40-3441-A537-C983-61D0333E4786}"/>
              </a:ext>
            </a:extLst>
          </p:cNvPr>
          <p:cNvSpPr txBox="1"/>
          <p:nvPr/>
        </p:nvSpPr>
        <p:spPr>
          <a:xfrm>
            <a:off x="592456" y="571500"/>
            <a:ext cx="86563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1. </a:t>
            </a:r>
            <a:r>
              <a:rPr lang="ko-KR" altLang="en-US" sz="3600" b="1" dirty="0"/>
              <a:t>문제 정의</a:t>
            </a:r>
          </a:p>
          <a:p>
            <a:endParaRPr lang="en-US" altLang="ko-KR" sz="3600" dirty="0"/>
          </a:p>
          <a:p>
            <a:r>
              <a:rPr lang="ko-KR" altLang="en-US" sz="3600" dirty="0"/>
              <a:t>기존 </a:t>
            </a:r>
            <a:r>
              <a:rPr lang="ko-KR" altLang="en-US" sz="3600" dirty="0" err="1"/>
              <a:t>새빛정책</a:t>
            </a:r>
            <a:r>
              <a:rPr lang="ko-KR" altLang="en-US" sz="3600" dirty="0"/>
              <a:t> 아래 공간이</a:t>
            </a:r>
            <a:endParaRPr lang="en-US" altLang="ko-KR" sz="3600" dirty="0"/>
          </a:p>
          <a:p>
            <a:r>
              <a:rPr lang="ko-KR" altLang="en-US" sz="3600" dirty="0"/>
              <a:t>구조적으로 마음이 들지 않음으로</a:t>
            </a:r>
            <a:endParaRPr lang="en-US" altLang="ko-KR" sz="3600" dirty="0"/>
          </a:p>
          <a:p>
            <a:r>
              <a:rPr lang="ko-KR" altLang="en-US" sz="3600" dirty="0"/>
              <a:t>아래 공간에 이미지 삽입을 명령</a:t>
            </a:r>
            <a:r>
              <a:rPr lang="en-US" altLang="ko-KR" sz="3600" dirty="0"/>
              <a:t>.</a:t>
            </a:r>
          </a:p>
          <a:p>
            <a:r>
              <a:rPr lang="ko-KR" altLang="en-US" sz="3600" dirty="0"/>
              <a:t>팀장의 오더로 인하여 이미지 삽입 시도</a:t>
            </a:r>
            <a:endParaRPr lang="en-US" altLang="ko-KR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CDB04-47B4-D379-B37C-CAF5890B6161}"/>
              </a:ext>
            </a:extLst>
          </p:cNvPr>
          <p:cNvSpPr txBox="1"/>
          <p:nvPr/>
        </p:nvSpPr>
        <p:spPr>
          <a:xfrm>
            <a:off x="592456" y="571500"/>
            <a:ext cx="86563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2. IA </a:t>
            </a:r>
            <a:r>
              <a:rPr lang="ko-KR" altLang="en-US" sz="3600" b="1" dirty="0"/>
              <a:t>구조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/>
              <a:t>원래 없던 내용의 </a:t>
            </a:r>
            <a:r>
              <a:rPr lang="en-US" altLang="ko-KR" sz="3600" dirty="0"/>
              <a:t>IA</a:t>
            </a:r>
            <a:r>
              <a:rPr lang="ko-KR" altLang="en-US" sz="3600" dirty="0"/>
              <a:t>를 진행한 것이라 전에 </a:t>
            </a:r>
            <a:r>
              <a:rPr lang="ko-KR" altLang="en-US" sz="3600" dirty="0" err="1"/>
              <a:t>적어두진</a:t>
            </a:r>
            <a:r>
              <a:rPr lang="ko-KR" altLang="en-US" sz="3600" dirty="0"/>
              <a:t> 않았다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561F3-C025-4358-00A6-9D9274D7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2C93A6-8F6D-9741-8300-155B336E38E2}"/>
              </a:ext>
            </a:extLst>
          </p:cNvPr>
          <p:cNvSpPr txBox="1"/>
          <p:nvPr/>
        </p:nvSpPr>
        <p:spPr>
          <a:xfrm>
            <a:off x="592456" y="571500"/>
            <a:ext cx="86563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3. UI/UX </a:t>
            </a:r>
            <a:r>
              <a:rPr lang="ko-KR" altLang="en-US" sz="3600" b="1" dirty="0"/>
              <a:t>설계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2000" dirty="0"/>
              <a:t>기존에 존재하지 않던 이미지를 추가하고 하이퍼링크를 통하여 이미지 연결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부트스트랩을 이용하여 하이퍼링크 기능이 들어있는 </a:t>
            </a:r>
            <a:r>
              <a:rPr lang="ko-KR" altLang="en-US" sz="2000" dirty="0" err="1"/>
              <a:t>영억</a:t>
            </a:r>
            <a:r>
              <a:rPr lang="ko-KR" altLang="en-US" sz="2000" dirty="0"/>
              <a:t> 구성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7BF2CB-DB41-4F63-9929-A18906C2A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467" y="3266209"/>
            <a:ext cx="8500533" cy="285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7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5C03-49F0-0FDF-731C-691D6EB9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805D99-568E-F8B6-9118-740D766BE1BE}"/>
              </a:ext>
            </a:extLst>
          </p:cNvPr>
          <p:cNvSpPr txBox="1"/>
          <p:nvPr/>
        </p:nvSpPr>
        <p:spPr>
          <a:xfrm>
            <a:off x="592456" y="571500"/>
            <a:ext cx="86563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4. Bootstrap </a:t>
            </a:r>
            <a:r>
              <a:rPr lang="ko-KR" altLang="en-US" sz="3600" b="1" dirty="0"/>
              <a:t>활용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 err="1"/>
              <a:t>안티그래비티가</a:t>
            </a:r>
            <a:r>
              <a:rPr lang="ko-KR" altLang="en-US" sz="3600" dirty="0"/>
              <a:t> 해줘서 </a:t>
            </a:r>
            <a:r>
              <a:rPr lang="ko-KR" altLang="en-US" sz="3600" dirty="0" err="1"/>
              <a:t>몰라요잉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E6B258-E339-F879-4B4C-751454592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3625166"/>
            <a:ext cx="3715086" cy="28854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D012A8-64F5-E6D7-7E7A-59170FB9C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777414"/>
            <a:ext cx="3715086" cy="277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5EBBE-77D6-48A6-4317-E16AF40D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9C6562-39F8-32A1-D084-901208C4AD5C}"/>
              </a:ext>
            </a:extLst>
          </p:cNvPr>
          <p:cNvSpPr txBox="1"/>
          <p:nvPr/>
        </p:nvSpPr>
        <p:spPr>
          <a:xfrm>
            <a:off x="592456" y="571500"/>
            <a:ext cx="86563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5. </a:t>
            </a:r>
            <a:r>
              <a:rPr lang="ko-KR" altLang="en-US" sz="3600" b="1" dirty="0"/>
              <a:t>표준 및 접근성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/>
              <a:t>팀원들이 앞에서 서술했겠지만</a:t>
            </a:r>
            <a:endParaRPr lang="en-US" altLang="ko-KR" sz="3600" dirty="0"/>
          </a:p>
          <a:p>
            <a:r>
              <a:rPr lang="ko-KR" altLang="en-US" sz="3600" dirty="0"/>
              <a:t>개인적으로 한 숟갈 더 뜨자면</a:t>
            </a:r>
            <a:r>
              <a:rPr lang="en-US" altLang="ko-KR" sz="3600" dirty="0"/>
              <a:t>,</a:t>
            </a:r>
          </a:p>
          <a:p>
            <a:r>
              <a:rPr lang="ko-KR" altLang="en-US" sz="3600" dirty="0"/>
              <a:t>이건 기존 뼈대 자체가 좀 구려서</a:t>
            </a:r>
            <a:endParaRPr lang="en-US" altLang="ko-KR" sz="3600" dirty="0"/>
          </a:p>
          <a:p>
            <a:r>
              <a:rPr lang="ko-KR" altLang="en-US" sz="3600" dirty="0"/>
              <a:t>이렇게 점수가 </a:t>
            </a:r>
            <a:r>
              <a:rPr lang="ko-KR" altLang="en-US" sz="3600" dirty="0" err="1"/>
              <a:t>낮은듯</a:t>
            </a:r>
            <a:r>
              <a:rPr lang="ko-KR" altLang="en-US" sz="3600" dirty="0"/>
              <a:t> 하다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6CD187-129E-411A-A916-41996B3E7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09" y="224367"/>
            <a:ext cx="3817944" cy="606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49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22CB-F4BC-3605-302F-1643E751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D023D-A517-DC56-EF96-47177A3D9C6D}"/>
              </a:ext>
            </a:extLst>
          </p:cNvPr>
          <p:cNvSpPr txBox="1"/>
          <p:nvPr/>
        </p:nvSpPr>
        <p:spPr>
          <a:xfrm>
            <a:off x="592456" y="571500"/>
            <a:ext cx="8656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AI </a:t>
            </a:r>
            <a:r>
              <a:rPr lang="ko-KR" altLang="en-US" sz="3600" b="1" dirty="0"/>
              <a:t>활용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 err="1"/>
              <a:t>안티그래비티라는</a:t>
            </a:r>
            <a:r>
              <a:rPr lang="ko-KR" altLang="en-US" sz="3600" dirty="0"/>
              <a:t> 구글에서 새로 나온 툴을 써서 간편히 원하는 목표까지 다가갔다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3549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B76C-D5C3-8E89-F6AF-4B85CC1D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BB9A8-C389-B82E-6757-0C1CAD3A672D}"/>
              </a:ext>
            </a:extLst>
          </p:cNvPr>
          <p:cNvSpPr txBox="1"/>
          <p:nvPr/>
        </p:nvSpPr>
        <p:spPr>
          <a:xfrm>
            <a:off x="592456" y="571500"/>
            <a:ext cx="11008994" cy="5887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7. </a:t>
            </a:r>
            <a:r>
              <a:rPr lang="ko-KR" altLang="en-US" sz="3600" b="1" dirty="0"/>
              <a:t>프로젝트 돌아보기 </a:t>
            </a:r>
            <a:endParaRPr lang="en-US" altLang="ko-KR" sz="3600" b="1" dirty="0"/>
          </a:p>
          <a:p>
            <a:endParaRPr lang="en-US" altLang="ko-KR" sz="3600" dirty="0"/>
          </a:p>
          <a:p>
            <a:r>
              <a:rPr lang="en-US" altLang="ko-KR" sz="3600" dirty="0"/>
              <a:t>- </a:t>
            </a:r>
            <a:r>
              <a:rPr lang="ko-KR" altLang="en-US" sz="3600" dirty="0"/>
              <a:t>나의 역할</a:t>
            </a:r>
            <a:r>
              <a:rPr lang="en-US" altLang="ko-KR" sz="3600" dirty="0"/>
              <a:t>, </a:t>
            </a:r>
            <a:r>
              <a:rPr lang="ko-KR" altLang="en-US" sz="3600" dirty="0"/>
              <a:t>팀과의 협업</a:t>
            </a:r>
            <a:r>
              <a:rPr lang="en-US" altLang="ko-KR" sz="3600" dirty="0"/>
              <a:t>, </a:t>
            </a:r>
            <a:r>
              <a:rPr lang="ko-KR" altLang="en-US" sz="3600" dirty="0"/>
              <a:t>배운 점</a:t>
            </a:r>
            <a:r>
              <a:rPr lang="en-US" altLang="ko-KR" sz="3600" dirty="0"/>
              <a:t>, </a:t>
            </a:r>
            <a:r>
              <a:rPr lang="ko-KR" altLang="en-US" sz="3600" dirty="0"/>
              <a:t>향후 개선점</a:t>
            </a:r>
            <a:endParaRPr lang="en-US" altLang="ko-KR" sz="3600" dirty="0"/>
          </a:p>
          <a:p>
            <a:endParaRPr lang="en-US" altLang="ko-KR" sz="3600" dirty="0"/>
          </a:p>
          <a:p>
            <a:pPr>
              <a:lnSpc>
                <a:spcPct val="150000"/>
              </a:lnSpc>
            </a:pPr>
            <a:r>
              <a:rPr lang="ko-KR" altLang="en-US" sz="5400" b="1" dirty="0"/>
              <a:t>“나는 이번 프로젝트에서 </a:t>
            </a:r>
            <a:r>
              <a:rPr lang="ko-KR" altLang="en-US" sz="5400" b="1" dirty="0" err="1"/>
              <a:t>새빛정책</a:t>
            </a:r>
            <a:r>
              <a:rPr lang="ko-KR" altLang="en-US" sz="5400" b="1" dirty="0"/>
              <a:t> 밑 영역을</a:t>
            </a:r>
            <a:br>
              <a:rPr lang="ko-KR" altLang="en-US" sz="5400" b="1" dirty="0"/>
            </a:br>
            <a:r>
              <a:rPr lang="ko-KR" altLang="en-US" sz="5400" b="1" dirty="0"/>
              <a:t>담당하여 간단히 목표를 수행 했다”</a:t>
            </a:r>
          </a:p>
        </p:txBody>
      </p:sp>
    </p:spTree>
    <p:extLst>
      <p:ext uri="{BB962C8B-B14F-4D97-AF65-F5344CB8AC3E}">
        <p14:creationId xmlns:p14="http://schemas.microsoft.com/office/powerpoint/2010/main" val="81521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161</Words>
  <Application>Microsoft Office PowerPoint</Application>
  <PresentationFormat>와이드스크린</PresentationFormat>
  <Paragraphs>42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함초롬바탕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온다</dc:creator>
  <cp:lastModifiedBy>Administrator</cp:lastModifiedBy>
  <cp:revision>27</cp:revision>
  <dcterms:created xsi:type="dcterms:W3CDTF">2025-05-13T11:44:25Z</dcterms:created>
  <dcterms:modified xsi:type="dcterms:W3CDTF">2025-12-17T09:04:55Z</dcterms:modified>
  <cp:version/>
</cp:coreProperties>
</file>